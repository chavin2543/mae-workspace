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052" autoAdjust="0"/>
  </p:normalViewPr>
  <p:slideViewPr>
    <p:cSldViewPr snapToGrid="0" snapToObjects="1">
      <p:cViewPr>
        <p:scale>
          <a:sx n="91" d="100"/>
          <a:sy n="91" d="100"/>
        </p:scale>
        <p:origin x="1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dirty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up: a strong Jan–Feb offset a softer April.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latin typeface="Calibri"/>
              </a:rPr>
              <a:t>By class, Luxury is the only one holding rate (+1.1%). Every class below it cut price — and the lower the tier, the deeper the ADR cut.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744408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29874"/>
            <a:ext cx="3804285" cy="142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 RevPAR is broadly flat. April was the softest month — driven by AES (−16% RevPAR vs budget, about half the gap) and LYF (occupancy 50% vs the 83% budgeted), not really the market: the re-based Bangkok market actually grew RevPAR in April (+3.0%) and Pattaya was level — the April miss was property-specific.</a:t>
            </a:r>
            <a:endParaRPr lang="en-US" sz="105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79987" y="5286106"/>
            <a:ext cx="5460325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 cost control offset the rate shortfall. EBIT is −11.0% vs budget.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2618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rate.</a:t>
            </a:r>
          </a:p>
          <a:p>
            <a:r>
              <a:rPr sz="120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401819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Compare to BG </a:t>
            </a:r>
            <a:r>
              <a:rPr lang="en-US" sz="1200" dirty="0" err="1">
                <a:solidFill>
                  <a:schemeClr val="tx1"/>
                </a:solidFill>
              </a:rPr>
              <a:t>Revenure</a:t>
            </a:r>
            <a:r>
              <a:rPr lang="en-US" sz="1200" dirty="0">
                <a:solidFill>
                  <a:schemeClr val="tx1"/>
                </a:solidFill>
              </a:rPr>
              <a:t> side shortfall to BG. EBIT is shortfall -11.3%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But NPAT can +6.2 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6" y="5467746"/>
            <a:ext cx="3685031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 both LS and 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Cannot boost the wholesale, due to the low rate and in leisure retail price. High rate cut competition in this area.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+2.5%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From budget, The high gap rev shortfall about -12%. But in term of GOP margin they can do better than the budget. Also improve in JV expense so NPAT short fall a small gap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cannot hit budget and is performing softer than last year as well.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Mar–Jun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14134</TotalTime>
  <Words>8051</Words>
  <Application>Microsoft Office PowerPoint</Application>
  <PresentationFormat>Widescreen</PresentationFormat>
  <Paragraphs>2802</Paragraphs>
  <Slides>36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11</cp:revision>
  <dcterms:created xsi:type="dcterms:W3CDTF">2026-07-24T09:01:49Z</dcterms:created>
  <dcterms:modified xsi:type="dcterms:W3CDTF">2026-08-05T03:16:25Z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