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319" r:id="rId72"/>
    <p:sldId id="318" r:id="rId71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8" r:id="rId31"/>
    <p:sldId id="276" r:id="rId29"/>
    <p:sldId id="310" r:id="rId63"/>
    <p:sldId id="314" r:id="rId67"/>
    <p:sldId id="274" r:id="rId33"/>
    <p:sldId id="280" r:id="rId34"/>
    <p:sldId id="282" r:id="rId35"/>
    <p:sldId id="285" r:id="rId38"/>
    <p:sldId id="283" r:id="rId36"/>
    <p:sldId id="311" r:id="rId64"/>
    <p:sldId id="315" r:id="rId68"/>
    <p:sldId id="281" r:id="rId40"/>
    <p:sldId id="287" r:id="rId41"/>
    <p:sldId id="289" r:id="rId42"/>
    <p:sldId id="292" r:id="rId45"/>
    <p:sldId id="290" r:id="rId43"/>
    <p:sldId id="312" r:id="rId65"/>
    <p:sldId id="316" r:id="rId69"/>
    <p:sldId id="288" r:id="rId47"/>
    <p:sldId id="294" r:id="rId48"/>
    <p:sldId id="296" r:id="rId49"/>
    <p:sldId id="299" r:id="rId52"/>
    <p:sldId id="297" r:id="rId50"/>
    <p:sldId id="313" r:id="rId66"/>
    <p:sldId id="317" r:id="rId70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9.xml"/><Relationship Id="rId31" Type="http://schemas.openxmlformats.org/officeDocument/2006/relationships/slide" Target="slides/slide28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6.xml"/><Relationship Id="rId38" Type="http://schemas.openxmlformats.org/officeDocument/2006/relationships/slide" Target="slides/slide35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3.xml"/><Relationship Id="rId45" Type="http://schemas.openxmlformats.org/officeDocument/2006/relationships/slide" Target="slides/slide42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50.xml"/><Relationship Id="rId52" Type="http://schemas.openxmlformats.org/officeDocument/2006/relationships/slide" Target="slides/slide49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2.xml"/><Relationship Id="rId63" Type="http://schemas.openxmlformats.org/officeDocument/2006/relationships/slide" Target="slides/slide30.xml"/><Relationship Id="rId64" Type="http://schemas.openxmlformats.org/officeDocument/2006/relationships/slide" Target="slides/slide37.xml"/><Relationship Id="rId65" Type="http://schemas.openxmlformats.org/officeDocument/2006/relationships/slide" Target="slides/slide44.xml"/><Relationship Id="rId66" Type="http://schemas.openxmlformats.org/officeDocument/2006/relationships/slide" Target="slides/slide51.xml"/><Relationship Id="rId67" Type="http://schemas.openxmlformats.org/officeDocument/2006/relationships/slide" Target="slides/slide31.xml"/><Relationship Id="rId68" Type="http://schemas.openxmlformats.org/officeDocument/2006/relationships/slide" Target="slides/slide38.xml"/><Relationship Id="rId69" Type="http://schemas.openxmlformats.org/officeDocument/2006/relationships/slide" Target="slides/slide45.xml"/><Relationship Id="rId70" Type="http://schemas.openxmlformats.org/officeDocument/2006/relationships/slide" Target="slides/slide52.xml"/><Relationship Id="rId71" Type="http://schemas.openxmlformats.org/officeDocument/2006/relationships/slide" Target="slides/slide9.xml"/><Relationship Id="rId72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77555</c:v>
                </c:pt>
                <c:pt idx="1">
                  <c:v>64585</c:v>
                </c:pt>
                <c:pt idx="2">
                  <c:v>81349</c:v>
                </c:pt>
                <c:pt idx="3">
                  <c:v>61321</c:v>
                </c:pt>
                <c:pt idx="4">
                  <c:v>76706</c:v>
                </c:pt>
                <c:pt idx="5">
                  <c:v>95578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69405</c:v>
                </c:pt>
                <c:pt idx="1">
                  <c:v>60334</c:v>
                </c:pt>
                <c:pt idx="2">
                  <c:v>80504</c:v>
                </c:pt>
                <c:pt idx="3">
                  <c:v>63751</c:v>
                </c:pt>
                <c:pt idx="4">
                  <c:v>74142</c:v>
                </c:pt>
                <c:pt idx="5">
                  <c:v>78528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82919</c:v>
                </c:pt>
                <c:pt idx="1">
                  <c:v>70389</c:v>
                </c:pt>
                <c:pt idx="2">
                  <c:v>66486</c:v>
                </c:pt>
                <c:pt idx="3">
                  <c:v>72756</c:v>
                </c:pt>
                <c:pt idx="4">
                  <c:v>72807</c:v>
                </c:pt>
                <c:pt idx="5">
                  <c:v>60489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69406</c:v>
                </c:pt>
                <c:pt idx="1">
                  <c:v>51461</c:v>
                </c:pt>
                <c:pt idx="2">
                  <c:v>64997</c:v>
                </c:pt>
                <c:pt idx="3">
                  <c:v>47561</c:v>
                </c:pt>
                <c:pt idx="4">
                  <c:v>54601</c:v>
                </c:pt>
                <c:pt idx="5">
                  <c:v>42388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8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7.xml"/><Relationship Id="rId3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82,919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66,486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72,807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425,846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64,997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426k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-29.9%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is down every month of 2026 — a real softness beyond the June data gap; worth asking the properties about Indonesian wholesale/group business.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77,555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64,585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76,706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457,094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60,334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80,504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74,142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427k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-6.7%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-17.8%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held up Jan–May (-2% ex-June); the June drop coincides with the MOTS 4-day data loss, so H2 data will show if it is real.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 2025 bar of 0 = outside 2025's top-10 · change table follows the 2026 top-10, 'new' = outside 2025's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