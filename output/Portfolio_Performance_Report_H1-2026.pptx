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754880"/>
          <a:ext cx="11064240" cy="1289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1417320"/>
                <a:gridCol w="1417320"/>
                <a:gridCol w="1417320"/>
                <a:gridCol w="1417320"/>
                <a:gridCol w="1417320"/>
                <a:gridCol w="1417320"/>
                <a:gridCol w="1737360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508760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508760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726413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market (H1 26 vs 25, STR): Pattaya overall held rate (ADR +0.1%) on lower occupancy; the Upscale &amp; Upper Midscale set (closest to SP) lost both — source: STR Pattaya by-market reports 2025–2026.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5938143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294005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036080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467116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320236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36165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15.87M, −4.9% vs 2025 — soft, but not a collapse (June still carries the MOTS 4-day data gap).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Bangkok defied the national trend: arrivals +3.3% vs LY — but foreigners were flat (−0.1%) while domestic grew +6.2%, and China led the foreign growth: a lower-spending mix.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