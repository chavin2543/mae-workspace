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440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914400"/>
                <a:gridCol w="914400"/>
                <a:gridCol w="914400"/>
                <a:gridCol w="914400"/>
                <a:gridCol w="914400"/>
                <a:gridCol w="914400"/>
                <a:gridCol w="123444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 (-3.2%)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86769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370832"/>
          <a:ext cx="9966960" cy="713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Pattaya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64.5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3,462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175504"/>
            <a:ext cx="10881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By market (H1 26 vs 25, STR): Pattaya overall held rate (ADR +0.1%) on lower occupancy; the Upscale &amp; Upper Midscale set (closest to SP) lost both — source: STR Pattaya by-market reports 2025–2026.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600699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Bangkok defied the national trend: arrivals +3.3% vs LY — but foreigners were flat (−0.1%) while domestic grew +6.2%, and China led the foreign growth: a lower-spending mix.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