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309" r:id="rId62"/>
    <p:sldId id="270" r:id="rId24"/>
    <p:sldId id="272" r:id="rId25"/>
    <p:sldId id="271" r:id="rId26"/>
    <p:sldId id="273" r:id="rId27"/>
    <p:sldId id="275" r:id="rId28"/>
    <p:sldId id="276" r:id="rId29"/>
    <p:sldId id="277" r:id="rId30"/>
    <p:sldId id="278" r:id="rId31"/>
    <p:sldId id="274" r:id="rId33"/>
    <p:sldId id="280" r:id="rId34"/>
    <p:sldId id="282" r:id="rId35"/>
    <p:sldId id="283" r:id="rId36"/>
    <p:sldId id="284" r:id="rId37"/>
    <p:sldId id="285" r:id="rId38"/>
    <p:sldId id="281" r:id="rId40"/>
    <p:sldId id="287" r:id="rId41"/>
    <p:sldId id="289" r:id="rId42"/>
    <p:sldId id="290" r:id="rId43"/>
    <p:sldId id="291" r:id="rId44"/>
    <p:sldId id="292" r:id="rId45"/>
    <p:sldId id="288" r:id="rId47"/>
    <p:sldId id="294" r:id="rId48"/>
    <p:sldId id="296" r:id="rId49"/>
    <p:sldId id="297" r:id="rId50"/>
    <p:sldId id="298" r:id="rId51"/>
    <p:sldId id="299" r:id="rId52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openxmlformats.org/officeDocument/2006/relationships/slide" Target="slides/slide2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4956" y="1441570"/>
          <a:ext cx="1076208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89004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2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2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9004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3608296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521208" y="1563624"/>
          <a:ext cx="110916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265823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2186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 2025 bar of 0 = outside 2025's top-10 · change table follows the 2026 top-10, 'new' = outside 2025's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