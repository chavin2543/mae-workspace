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276" r:id="rId29"/>
    <p:sldId id="310" r:id="rId63"/>
    <p:sldId id="314" r:id="rId67"/>
    <p:sldId id="274" r:id="rId33"/>
    <p:sldId id="280" r:id="rId34"/>
    <p:sldId id="282" r:id="rId35"/>
    <p:sldId id="285" r:id="rId38"/>
    <p:sldId id="283" r:id="rId36"/>
    <p:sldId id="311" r:id="rId64"/>
    <p:sldId id="315" r:id="rId68"/>
    <p:sldId id="281" r:id="rId40"/>
    <p:sldId id="287" r:id="rId41"/>
    <p:sldId id="289" r:id="rId42"/>
    <p:sldId id="292" r:id="rId45"/>
    <p:sldId id="290" r:id="rId43"/>
    <p:sldId id="312" r:id="rId65"/>
    <p:sldId id="316" r:id="rId69"/>
    <p:sldId id="288" r:id="rId47"/>
    <p:sldId id="294" r:id="rId48"/>
    <p:sldId id="296" r:id="rId49"/>
    <p:sldId id="299" r:id="rId52"/>
    <p:sldId id="297" r:id="rId50"/>
    <p:sldId id="313" r:id="rId66"/>
    <p:sldId id="317" r:id="rId70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1" Type="http://schemas.openxmlformats.org/officeDocument/2006/relationships/slide" Target="slides/slide26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4.xml"/><Relationship Id="rId38" Type="http://schemas.openxmlformats.org/officeDocument/2006/relationships/slide" Target="slides/slide33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1.xml"/><Relationship Id="rId45" Type="http://schemas.openxmlformats.org/officeDocument/2006/relationships/slide" Target="slides/slide40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8.xml"/><Relationship Id="rId52" Type="http://schemas.openxmlformats.org/officeDocument/2006/relationships/slide" Target="slides/slide47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0.xml"/><Relationship Id="rId63" Type="http://schemas.openxmlformats.org/officeDocument/2006/relationships/slide" Target="slides/slide28.xml"/><Relationship Id="rId64" Type="http://schemas.openxmlformats.org/officeDocument/2006/relationships/slide" Target="slides/slide35.xml"/><Relationship Id="rId65" Type="http://schemas.openxmlformats.org/officeDocument/2006/relationships/slide" Target="slides/slide42.xml"/><Relationship Id="rId66" Type="http://schemas.openxmlformats.org/officeDocument/2006/relationships/slide" Target="slides/slide49.xml"/><Relationship Id="rId67" Type="http://schemas.openxmlformats.org/officeDocument/2006/relationships/slide" Target="slides/slide29.xml"/><Relationship Id="rId68" Type="http://schemas.openxmlformats.org/officeDocument/2006/relationships/slide" Target="slides/slide36.xml"/><Relationship Id="rId69" Type="http://schemas.openxmlformats.org/officeDocument/2006/relationships/slide" Target="slides/slide43.xml"/><Relationship Id="rId70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