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319" r:id="rId72"/>
    <p:sldId id="318" r:id="rId71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30.xml"/><Relationship Id="rId31" Type="http://schemas.openxmlformats.org/officeDocument/2006/relationships/slide" Target="slides/slide28.xml"/><Relationship Id="rId33" Type="http://schemas.openxmlformats.org/officeDocument/2006/relationships/slide" Target="slides/slide33.xml"/><Relationship Id="rId34" Type="http://schemas.openxmlformats.org/officeDocument/2006/relationships/slide" Target="slides/slide34.xml"/><Relationship Id="rId35" Type="http://schemas.openxmlformats.org/officeDocument/2006/relationships/slide" Target="slides/slide35.xml"/><Relationship Id="rId36" Type="http://schemas.openxmlformats.org/officeDocument/2006/relationships/slide" Target="slides/slide38.xml"/><Relationship Id="rId38" Type="http://schemas.openxmlformats.org/officeDocument/2006/relationships/slide" Target="slides/slide36.xml"/><Relationship Id="rId40" Type="http://schemas.openxmlformats.org/officeDocument/2006/relationships/slide" Target="slides/slide41.xml"/><Relationship Id="rId41" Type="http://schemas.openxmlformats.org/officeDocument/2006/relationships/slide" Target="slides/slide42.xml"/><Relationship Id="rId42" Type="http://schemas.openxmlformats.org/officeDocument/2006/relationships/slide" Target="slides/slide43.xml"/><Relationship Id="rId43" Type="http://schemas.openxmlformats.org/officeDocument/2006/relationships/slide" Target="slides/slide46.xml"/><Relationship Id="rId45" Type="http://schemas.openxmlformats.org/officeDocument/2006/relationships/slide" Target="slides/slide44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4.xml"/><Relationship Id="rId52" Type="http://schemas.openxmlformats.org/officeDocument/2006/relationships/slide" Target="slides/slide52.xml"/><Relationship Id="rId54" Type="http://schemas.openxmlformats.org/officeDocument/2006/relationships/slide" Target="slides/slide57.xml"/><Relationship Id="rId55" Type="http://schemas.openxmlformats.org/officeDocument/2006/relationships/slide" Target="slides/slide58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2.xml"/><Relationship Id="rId63" Type="http://schemas.openxmlformats.org/officeDocument/2006/relationships/slide" Target="slides/slide31.xml"/><Relationship Id="rId64" Type="http://schemas.openxmlformats.org/officeDocument/2006/relationships/slide" Target="slides/slide39.xml"/><Relationship Id="rId65" Type="http://schemas.openxmlformats.org/officeDocument/2006/relationships/slide" Target="slides/slide47.xml"/><Relationship Id="rId66" Type="http://schemas.openxmlformats.org/officeDocument/2006/relationships/slide" Target="slides/slide55.xml"/><Relationship Id="rId67" Type="http://schemas.openxmlformats.org/officeDocument/2006/relationships/slide" Target="slides/slide32.xml"/><Relationship Id="rId68" Type="http://schemas.openxmlformats.org/officeDocument/2006/relationships/slide" Target="slides/slide40.xml"/><Relationship Id="rId69" Type="http://schemas.openxmlformats.org/officeDocument/2006/relationships/slide" Target="slides/slide48.xml"/><Relationship Id="rId70" Type="http://schemas.openxmlformats.org/officeDocument/2006/relationships/slide" Target="slides/slide56.xml"/><Relationship Id="rId71" Type="http://schemas.openxmlformats.org/officeDocument/2006/relationships/slide" Target="slides/slide10.xml"/><Relationship Id="rId7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77555</c:v>
                </c:pt>
                <c:pt idx="1">
                  <c:v>64585</c:v>
                </c:pt>
                <c:pt idx="2">
                  <c:v>81349</c:v>
                </c:pt>
                <c:pt idx="3">
                  <c:v>61321</c:v>
                </c:pt>
                <c:pt idx="4">
                  <c:v>76706</c:v>
                </c:pt>
                <c:pt idx="5">
                  <c:v>95578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69405</c:v>
                </c:pt>
                <c:pt idx="1">
                  <c:v>60334</c:v>
                </c:pt>
                <c:pt idx="2">
                  <c:v>80504</c:v>
                </c:pt>
                <c:pt idx="3">
                  <c:v>63751</c:v>
                </c:pt>
                <c:pt idx="4">
                  <c:v>74142</c:v>
                </c:pt>
                <c:pt idx="5">
                  <c:v>78528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82919</c:v>
                </c:pt>
                <c:pt idx="1">
                  <c:v>70389</c:v>
                </c:pt>
                <c:pt idx="2">
                  <c:v>66486</c:v>
                </c:pt>
                <c:pt idx="3">
                  <c:v>72756</c:v>
                </c:pt>
                <c:pt idx="4">
                  <c:v>72807</c:v>
                </c:pt>
                <c:pt idx="5">
                  <c:v>60489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69406</c:v>
                </c:pt>
                <c:pt idx="1">
                  <c:v>51461</c:v>
                </c:pt>
                <c:pt idx="2">
                  <c:v>64997</c:v>
                </c:pt>
                <c:pt idx="3">
                  <c:v>47561</c:v>
                </c:pt>
                <c:pt idx="4">
                  <c:v>54601</c:v>
                </c:pt>
                <c:pt idx="5">
                  <c:v>42388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8.xml"/><Relationship Id="rId3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7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82,919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70,389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72,807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425,846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64,997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54,601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426k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-29.9%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Indonesia is down every month of 2026 — a real softness beyond the June data gap; worth asking the properties about Indonesian wholesale/group business.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2026 vs 2025 (MOTS nationality report; 2024 not included in this report)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950976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77,555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64,585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81,349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76,706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457,094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60,334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80,504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74,142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427k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-6.7%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457k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2025 base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78.5k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-17.8% vs Jun 25 · Jun (-4) data gap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Singapore held up Jan–May (-2% ex-June); the June drop coincides with the MOTS 4-day data loss, so H2 data will show if it is real.</a:t>
            </a:r>
            <a:endParaRPr lang="en-US" sz="1050" dirty="0"/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1600200"/>
          <a:ext cx="7498079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2240280"/>
          <a:ext cx="5751576" cy="3072384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