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6" r:id="rId29"/>
    <p:sldId id="277" r:id="rId30"/>
    <p:sldId id="278" r:id="rId31"/>
    <p:sldId id="279" r:id="rId32"/>
    <p:sldId id="274" r:id="rId33"/>
    <p:sldId id="280" r:id="rId34"/>
    <p:sldId id="282" r:id="rId35"/>
    <p:sldId id="283" r:id="rId36"/>
    <p:sldId id="284" r:id="rId37"/>
    <p:sldId id="285" r:id="rId38"/>
    <p:sldId id="286" r:id="rId39"/>
    <p:sldId id="281" r:id="rId40"/>
    <p:sldId id="287" r:id="rId41"/>
    <p:sldId id="289" r:id="rId42"/>
    <p:sldId id="290" r:id="rId43"/>
    <p:sldId id="291" r:id="rId44"/>
    <p:sldId id="292" r:id="rId45"/>
    <p:sldId id="293" r:id="rId46"/>
    <p:sldId id="288" r:id="rId47"/>
    <p:sldId id="294" r:id="rId48"/>
    <p:sldId id="296" r:id="rId49"/>
    <p:sldId id="297" r:id="rId50"/>
    <p:sldId id="298" r:id="rId51"/>
    <p:sldId id="299" r:id="rId52"/>
    <p:sldId id="300" r:id="rId53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0.xml"/><Relationship Id="rId4" Type="http://schemas.openxmlformats.org/officeDocument/2006/relationships/chart" Target="../charts/chart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4.xml"/><Relationship Id="rId4" Type="http://schemas.openxmlformats.org/officeDocument/2006/relationships/chart" Target="../charts/chart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4956" y="1441570"/>
          <a:ext cx="107620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3608296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21208" y="1563624"/>
          <a:ext cx="110916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265823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605310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464119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27099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